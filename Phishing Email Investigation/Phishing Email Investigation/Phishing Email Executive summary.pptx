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0"/>
    <p:restoredTop sz="94719"/>
  </p:normalViewPr>
  <p:slideViewPr>
    <p:cSldViewPr snapToGrid="0">
      <p:cViewPr varScale="1">
        <p:scale>
          <a:sx n="98" d="100"/>
          <a:sy n="98" d="100"/>
        </p:scale>
        <p:origin x="8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CA2E3-70E9-3794-0E31-2E4B02D13C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10AD2B-A1AE-94C4-084C-DC416D782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310BE-41C8-0CBB-A0F8-771E90F47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63B0B-B192-934B-828D-DA6F265A5EA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03510-5223-905D-0D17-D649A404C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79A01-F749-3E2F-1A61-205627A22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C502-846F-1743-B88E-B6230BA69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47006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7433C-E421-7C1F-B75E-375B6A628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5D1A2-FAAF-437C-5C15-08CD250E6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5920F-3CBD-B99C-E408-E648665EB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63B0B-B192-934B-828D-DA6F265A5EA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2BB47-21E8-21E3-ACCB-90C215D07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2DE9E-2D4A-0347-6CC7-79E802F6C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C502-846F-1743-B88E-B6230BA69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65213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B1BFC-5AC9-2A6F-D17F-A9F499FF9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CAD57-4146-B42A-13AB-E97E5A8E1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1CB4E-DA24-1754-1A4F-70A6474F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63B0B-B192-934B-828D-DA6F265A5EA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4DD37-25FE-D704-2CAE-9CDF911BC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B1D2B-6EE1-D36C-1168-4AFC6A8AC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C502-846F-1743-B88E-B6230BA69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824318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AD5F4-0A1D-3343-42F3-A4E70A66A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7C0D6-4535-2ED6-1B6A-D2F89D342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9FA0D-9110-0AE0-9B8D-D82F3BD4C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3EF1DE-CD0B-D487-012A-E2DBCFE7F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63B0B-B192-934B-828D-DA6F265A5EA4}" type="datetimeFigureOut">
              <a:rPr lang="en-US" smtClean="0"/>
              <a:t>8/9/26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B0ACC-CDCC-78AC-61D8-CC02A683D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8EE72-034E-3D7C-7FC6-F395B99CE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C502-846F-1743-B88E-B6230BA69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90936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4D430-722E-E3F3-1400-0DE7FE986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247E8-6AB2-24F0-969F-E6EBA7233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E37C2-BE63-64C0-9258-93EFF1C12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5FB38C-53E2-DF07-528A-31D82E2BE9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F91FEF-7399-93E1-DDF4-73D0CFBBA5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FEC60F-A0BC-D9C9-6E3E-59E515EBE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63B0B-B192-934B-828D-DA6F265A5EA4}" type="datetimeFigureOut">
              <a:rPr lang="en-US" smtClean="0"/>
              <a:t>8/9/26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E623D0-380A-BE6B-81F9-76860521A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A0DD59-36A3-CBC8-0AFC-BD91EF24B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C502-846F-1743-B88E-B6230BA69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2079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B6E3A-C6E8-336A-A3B1-0F43B05E3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5C86FE-C9AD-FD0C-CA58-46616B77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63B0B-B192-934B-828D-DA6F265A5EA4}" type="datetimeFigureOut">
              <a:rPr lang="en-US" smtClean="0"/>
              <a:t>8/9/26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99CC16-658B-C7CB-098D-427EC4E31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C5667E-7316-2F6D-0491-70B936B03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C502-846F-1743-B88E-B6230BA69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87942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6CB106-C89D-18EB-0197-4FD59364D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63B0B-B192-934B-828D-DA6F265A5EA4}" type="datetimeFigureOut">
              <a:rPr lang="en-US" smtClean="0"/>
              <a:t>8/9/26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66E63A-2583-DC0A-0A82-1BD36FD4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A94EF1-F495-DBB6-5C70-56DF9D591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C502-846F-1743-B88E-B6230BA69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7344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CDDD6-262F-8862-C5E0-D06AD0BEB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E0DC6-493A-A216-DB8E-A62EE18FF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94F7C-F864-96F6-DC4E-0BD9A1FDA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312FA-BADD-D34D-5EE6-C22AD6F3C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63B0B-B192-934B-828D-DA6F265A5EA4}" type="datetimeFigureOut">
              <a:rPr lang="en-US" smtClean="0"/>
              <a:t>8/9/26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272AE-0D02-B30A-6839-35778934A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3AD69C-07CF-4D4F-E579-7C0403D5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C502-846F-1743-B88E-B6230BA69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417610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32298-6710-C3E0-B455-6FAFCE256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678C07-A5AD-0371-D15A-EE5F914C4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E958D2-55EC-FD08-D55B-94A95DC1C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6F9FF-E4B9-073D-169F-AA89C0B41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63B0B-B192-934B-828D-DA6F265A5EA4}" type="datetimeFigureOut">
              <a:rPr lang="en-US" smtClean="0"/>
              <a:t>8/9/26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6646A-1910-74B4-5565-41F5670B6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061DD-6E9C-B8F8-CEFC-EC36467D4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C502-846F-1743-B88E-B6230BA69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703035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1342A-923B-BE74-5222-1E0767F7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844A50-D6E7-0C6A-AAEA-BB5076A97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78196-9575-673D-22C7-EBD29E890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63B0B-B192-934B-828D-DA6F265A5EA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723C2-85C1-D313-215E-E9F2AAB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D223E-2A70-CCB5-FDE1-7110AE60C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C502-846F-1743-B88E-B6230BA69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30407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176DF2-7914-1F3B-618A-33597AA844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1A5017-CF0C-C14A-F79A-383FFF9A7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2A168-84A4-39B1-68D4-615B7C3E2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63B0B-B192-934B-828D-DA6F265A5EA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0BEE0-BE02-1AEA-0AB8-B8103C616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6FBFA-AEEF-2A9C-19AF-835F09591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CC502-846F-1743-B88E-B6230BA69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069087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56E9D6-4B64-C6F6-3E3A-245DC33AB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E19E0-AEFA-85C2-BF63-7ADF911F5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AE405-465F-0D4A-A826-198AC81FC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63B0B-B192-934B-828D-DA6F265A5EA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F3BEA-A98B-C140-AE96-3EC3AEAFB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650CC-1261-5E23-99D3-0558C2E43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CC502-846F-1743-B88E-B6230BA695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16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69E14-C8E5-8BAA-D5A2-EC30F10074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ACB55-5EBF-5413-4C73-C0A56A1325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B0F033-3BE4-3EA3-1882-57C396D6B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96401" y="-402956"/>
            <a:ext cx="14575897" cy="726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55973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51AAF-E019-F411-66AB-F41E9BD35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0C9334-B460-0440-3C81-9BCCE78EDD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20848" y="0"/>
            <a:ext cx="13633696" cy="7148268"/>
          </a:xfrm>
        </p:spPr>
      </p:pic>
    </p:spTree>
    <p:extLst>
      <p:ext uri="{BB962C8B-B14F-4D97-AF65-F5344CB8AC3E}">
        <p14:creationId xmlns:p14="http://schemas.microsoft.com/office/powerpoint/2010/main" val="375008847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4D712-A44D-DC35-4302-26C4D03C9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80B46B-0F1E-6255-54BE-9BDF26ED7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362"/>
            <a:ext cx="12192000" cy="7034705"/>
          </a:xfrm>
        </p:spPr>
      </p:pic>
    </p:spTree>
    <p:extLst>
      <p:ext uri="{BB962C8B-B14F-4D97-AF65-F5344CB8AC3E}">
        <p14:creationId xmlns:p14="http://schemas.microsoft.com/office/powerpoint/2010/main" val="20383230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DCA1F-3DF7-9F6F-51AC-E5F75EE02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B59368-1A62-1049-E9FC-DE30176452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65125"/>
            <a:ext cx="12192000" cy="6127750"/>
          </a:xfrm>
        </p:spPr>
      </p:pic>
    </p:spTree>
    <p:extLst>
      <p:ext uri="{BB962C8B-B14F-4D97-AF65-F5344CB8AC3E}">
        <p14:creationId xmlns:p14="http://schemas.microsoft.com/office/powerpoint/2010/main" val="232179310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23320-4A93-65D0-18EF-4D25F0812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D2595C-74F0-6296-F02D-F89C054ECA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47972"/>
            <a:ext cx="12191999" cy="6610027"/>
          </a:xfrm>
        </p:spPr>
      </p:pic>
    </p:spTree>
    <p:extLst>
      <p:ext uri="{BB962C8B-B14F-4D97-AF65-F5344CB8AC3E}">
        <p14:creationId xmlns:p14="http://schemas.microsoft.com/office/powerpoint/2010/main" val="183648322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4D5CA-B2CD-5899-E979-771A3ED75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C152B2-B61C-F004-97AF-45CA71A37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20731"/>
          </a:xfrm>
        </p:spPr>
      </p:pic>
    </p:spTree>
    <p:extLst>
      <p:ext uri="{BB962C8B-B14F-4D97-AF65-F5344CB8AC3E}">
        <p14:creationId xmlns:p14="http://schemas.microsoft.com/office/powerpoint/2010/main" val="213193861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BD66B-14B3-EE16-5840-2F678E09B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38C75A-D017-1F22-04B4-3CF862927C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571906" y="0"/>
            <a:ext cx="12763906" cy="7609668"/>
          </a:xfrm>
        </p:spPr>
      </p:pic>
    </p:spTree>
    <p:extLst>
      <p:ext uri="{BB962C8B-B14F-4D97-AF65-F5344CB8AC3E}">
        <p14:creationId xmlns:p14="http://schemas.microsoft.com/office/powerpoint/2010/main" val="2298801077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23225-33AC-4B57-AD47-62F655ECE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0F4C57-3F34-E362-33F2-4B6ADA9461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40963" y="0"/>
            <a:ext cx="13003078" cy="7302087"/>
          </a:xfrm>
        </p:spPr>
      </p:pic>
    </p:spTree>
    <p:extLst>
      <p:ext uri="{BB962C8B-B14F-4D97-AF65-F5344CB8AC3E}">
        <p14:creationId xmlns:p14="http://schemas.microsoft.com/office/powerpoint/2010/main" val="1644866842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B05FF-77C2-18C6-94AA-8AAD8E9D6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E7AB5E-A6C6-421A-53C3-92C5FB85D1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43834" y="0"/>
            <a:ext cx="12821448" cy="7051729"/>
          </a:xfrm>
        </p:spPr>
      </p:pic>
    </p:spTree>
    <p:extLst>
      <p:ext uri="{BB962C8B-B14F-4D97-AF65-F5344CB8AC3E}">
        <p14:creationId xmlns:p14="http://schemas.microsoft.com/office/powerpoint/2010/main" val="207722506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D24EA-A432-B95E-C8C9-E83DE795D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A8593A-635B-51A9-97BE-3562E3C576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41730" y="0"/>
            <a:ext cx="13019343" cy="7036231"/>
          </a:xfrm>
        </p:spPr>
      </p:pic>
    </p:spTree>
    <p:extLst>
      <p:ext uri="{BB962C8B-B14F-4D97-AF65-F5344CB8AC3E}">
        <p14:creationId xmlns:p14="http://schemas.microsoft.com/office/powerpoint/2010/main" val="416077690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C23EA-1DE2-FBDF-2999-E2772FB68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28C199-277A-36D1-A4F6-344D0CE1D0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557938" y="0"/>
            <a:ext cx="13235552" cy="6858000"/>
          </a:xfrm>
        </p:spPr>
      </p:pic>
    </p:spTree>
    <p:extLst>
      <p:ext uri="{BB962C8B-B14F-4D97-AF65-F5344CB8AC3E}">
        <p14:creationId xmlns:p14="http://schemas.microsoft.com/office/powerpoint/2010/main" val="407076978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46FC9-DC21-04FB-6930-62FC5079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372015-7D7E-B5F6-345C-4593DDFBB7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09966" y="-201478"/>
            <a:ext cx="12987580" cy="6912244"/>
          </a:xfrm>
        </p:spPr>
      </p:pic>
    </p:spTree>
    <p:extLst>
      <p:ext uri="{BB962C8B-B14F-4D97-AF65-F5344CB8AC3E}">
        <p14:creationId xmlns:p14="http://schemas.microsoft.com/office/powerpoint/2010/main" val="333448543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Macintosh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Uju Igweokwu</dc:creator>
  <cp:lastModifiedBy>Uju Igweokwu</cp:lastModifiedBy>
  <cp:revision>1</cp:revision>
  <dcterms:created xsi:type="dcterms:W3CDTF">2026-08-09T10:13:53Z</dcterms:created>
  <dcterms:modified xsi:type="dcterms:W3CDTF">2026-08-09T10:38:22Z</dcterms:modified>
</cp:coreProperties>
</file>